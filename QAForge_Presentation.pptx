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qaforge_title_bg_1781791385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0"/>
            <a:ext cx="9144000" cy="32004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6400">
                <a:solidFill>
                  <a:srgbClr val="FFFFFF"/>
                </a:solidFill>
              </a:defRPr>
            </a:pPr>
            <a:r>
              <a:t>QAForge</a:t>
            </a:r>
          </a:p>
          <a:p>
            <a:pPr>
              <a:defRPr sz="3200">
                <a:solidFill>
                  <a:srgbClr val="64C8FF"/>
                </a:solidFill>
              </a:defRPr>
            </a:pPr>
            <a:r>
              <a:t>AI-Powered Testing Suite (Gemini Edition)</a:t>
            </a:r>
          </a:p>
          <a:p>
            <a:pPr>
              <a:defRPr sz="2400">
                <a:solidFill>
                  <a:srgbClr val="C8C8C8"/>
                </a:solidFill>
              </a:defRPr>
            </a:pPr>
            <a:r>
              <a:t>Automated Test Generation, Execution, and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QAForge?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revolutionary testing tool powered by Google Gemini AI.</a:t>
            </a:r>
          </a:p>
          <a:p>
            <a:pPr lvl="1"/>
            <a:r>
              <a:t>Generate comprehensive test cases effortlessly using AI.</a:t>
            </a:r>
          </a:p>
          <a:p>
            <a:pPr lvl="1"/>
            <a:r>
              <a:t>Execute test suites with real-time pass/fail tracking.</a:t>
            </a:r>
          </a:p>
          <a:p>
            <a:pPr lvl="1"/>
            <a:r>
              <a:t>Export rich test reports containing KPIs and beautiful charts.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The Power of Gemini AI Models</a:t>
            </a:r>
          </a:p>
        </p:txBody>
      </p:sp>
      <p:pic>
        <p:nvPicPr>
          <p:cNvPr id="3" name="Picture 2" descr="qaforge_ai_models_17817913992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4114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QAForge integrates four specialized Gemini models:</a:t>
            </a:r>
          </a:p>
          <a:p>
            <a:pPr>
              <a:spcBef>
                <a:spcPts val="1400"/>
              </a:spcBef>
              <a:defRPr sz="2000"/>
            </a:pPr>
            <a:r>
              <a:t>gemini-2.0-flash: Fast URL &amp; text generation</a:t>
            </a:r>
          </a:p>
          <a:p>
            <a:pPr>
              <a:spcBef>
                <a:spcPts val="1400"/>
              </a:spcBef>
              <a:defRPr sz="2000"/>
            </a:pPr>
            <a:r>
              <a:t>gemini-1.5-pro: Deep analysis &amp; complex suites</a:t>
            </a:r>
          </a:p>
          <a:p>
            <a:pPr>
              <a:spcBef>
                <a:spcPts val="1400"/>
              </a:spcBef>
              <a:defRPr sz="2000"/>
            </a:pPr>
            <a:r>
              <a:t>gemini-1.5-flash: Image/screenshot vision</a:t>
            </a:r>
          </a:p>
          <a:p>
            <a:pPr>
              <a:spcBef>
                <a:spcPts val="1400"/>
              </a:spcBef>
              <a:defRPr sz="2000"/>
            </a:pPr>
            <a:r>
              <a:t>gemini-2.0-flash-exp: Video recording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Capabilities designed for modern QA teams:</a:t>
            </a:r>
          </a:p>
          <a:p>
            <a:pPr lvl="1"/>
            <a:r>
              <a:t>Generate Tests from Anywhere: URLs, Videos, Images, or Text</a:t>
            </a:r>
          </a:p>
          <a:p>
            <a:pPr lvl="1"/>
            <a:r>
              <a:t>Cross-Platform Support: Web, Mobile (iOS/Android), Desktop</a:t>
            </a:r>
          </a:p>
          <a:p>
            <a:pPr lvl="1"/>
            <a:r>
              <a:t>Live Execution Engine: Real-time feedback and tracking</a:t>
            </a:r>
          </a:p>
          <a:p>
            <a:pPr lvl="1"/>
            <a:r>
              <a:t>Flexible Model Selection: Choose the perfect AI for the job</a:t>
            </a:r>
          </a:p>
          <a:p>
            <a:pPr lvl="1"/>
            <a:r>
              <a:t>Zero-Friction Config: Easy setup directly in the UI</a:t>
            </a:r>
          </a:p>
          <a:p>
            <a:pPr lvl="1"/>
            <a:r>
              <a:t>Extensible: Support for Playwright, Selenium, and Appium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Reporting &amp; Analytics Dashboard</a:t>
            </a:r>
          </a:p>
        </p:txBody>
      </p:sp>
      <p:pic>
        <p:nvPicPr>
          <p:cNvPr id="3" name="Picture 2" descr="qaforge_dashboard_17817914127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7315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Export professional HTML, Excel (with Charts), and JSON reports.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Ready to Elevate Your QA?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QAForge: Intelligence Meets Automation</a:t>
            </a:r>
          </a:p>
          <a:p/>
          <a:p>
            <a:r>
              <a:t>Questions &amp;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